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>
        <p:scale>
          <a:sx n="62" d="100"/>
          <a:sy n="62" d="100"/>
        </p:scale>
        <p:origin x="-672" y="-5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6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3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9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3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8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8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6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4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2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2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6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B72B4-8FC3-1B4E-AE5B-ECC44835166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91FC6-9FCB-674D-A0A7-3836D4FD1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8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C3B185-304E-829F-07C5-96F3AD7AD390}"/>
              </a:ext>
            </a:extLst>
          </p:cNvPr>
          <p:cNvSpPr/>
          <p:nvPr/>
        </p:nvSpPr>
        <p:spPr>
          <a:xfrm>
            <a:off x="16968395" y="15269320"/>
            <a:ext cx="4339531" cy="575937"/>
          </a:xfrm>
          <a:prstGeom prst="roundRect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3EC7-2C47-4211-D31B-FF68AFCE0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8447" y="15931319"/>
            <a:ext cx="6832600" cy="4737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6F5A01-F9A7-EAE3-7EBF-D96A57E04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5419" y="15355382"/>
            <a:ext cx="45720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04CFA0-6913-15D2-9197-66B146146F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2319" y="20668419"/>
            <a:ext cx="6515100" cy="51435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H$_2$O&#10;&#10;&#10;\end{document}" title="IguanaTex Bitmap Display">
            <a:extLst>
              <a:ext uri="{FF2B5EF4-FFF2-40B4-BE49-F238E27FC236}">
                <a16:creationId xmlns:a16="http://schemas.microsoft.com/office/drawing/2014/main" id="{44422770-26CA-2CE7-13F7-0042DA0CC4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0235983" y="19701195"/>
            <a:ext cx="965200" cy="457200"/>
          </a:xfrm>
          <a:prstGeom prst="rect">
            <a:avLst/>
          </a:prstGeom>
        </p:spPr>
      </p:pic>
      <p:pic>
        <p:nvPicPr>
          <p:cNvPr id="15" name="Picture 14" descr="\documentclass{article}&#10;\usepackage{amsmath}&#10;\pagestyle{empty}&#10;\begin{document}&#10;&#10;N$_2$&#10;&#10;&#10;\end{document}" title="IguanaTex Bitmap Display">
            <a:extLst>
              <a:ext uri="{FF2B5EF4-FFF2-40B4-BE49-F238E27FC236}">
                <a16:creationId xmlns:a16="http://schemas.microsoft.com/office/drawing/2014/main" id="{D512D424-00AD-04DC-B18E-3814008F2B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642383" y="24438295"/>
            <a:ext cx="558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73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19"/>
  <p:tag name="OUTPUTTYPE" val="PDF"/>
  <p:tag name="IGUANATEXVERSION" val="160"/>
  <p:tag name="LATEXADDIN" val="\documentclass{article}&#10;\usepackage{amsmath}&#10;\pagestyle{empty}&#10;\begin{document}&#10;&#10;H$_2$O&#10;&#10;&#10;\end{document}"/>
  <p:tag name="IGUANATEXSIZE" val="22"/>
  <p:tag name="IGUANATEXCURSOR" val="87"/>
  <p:tag name="TRANSPARENCY" val="True"/>
  <p:tag name="LATEXENGINEID" val="0"/>
  <p:tag name="TEMPFOLDER" val="/Users/smikpatel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11"/>
  <p:tag name="OUTPUTTYPE" val="PDF"/>
  <p:tag name="IGUANATEXVERSION" val="160"/>
  <p:tag name="LATEXADDIN" val="\documentclass{article}&#10;\usepackage{amsmath}&#10;\pagestyle{empty}&#10;\begin{document}&#10;&#10;N$_2$&#10;&#10;&#10;\end{document}"/>
  <p:tag name="IGUANATEXSIZE" val="22"/>
  <p:tag name="IGUANATEXCURSOR" val="86"/>
  <p:tag name="TRANSPARENCY" val="True"/>
  <p:tag name="LATEXENGINEID" val="0"/>
  <p:tag name="TEMPFOLDER" val="/Users/smikpatel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Smik Patel</dc:creator>
  <cp:lastModifiedBy>Smik Patel</cp:lastModifiedBy>
  <cp:revision>3</cp:revision>
  <dcterms:created xsi:type="dcterms:W3CDTF">2025-11-12T06:22:08Z</dcterms:created>
  <dcterms:modified xsi:type="dcterms:W3CDTF">2025-11-12T06:57:29Z</dcterms:modified>
</cp:coreProperties>
</file>